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11/09/26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11/09/26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79E0-AE4B-443A-B706-E9336E2A033A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C179-F1B2-4AC4-B918-797EED3C2BB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31B55-9E00-4A1A-BBAC-863EF197F6B9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BF340-A21F-4D97-85F1-0DFB22960BCF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E6A22-C21D-42F5-A451-C3B1D54F9ACD}" type="datetime1">
              <a:rPr lang="en-IN" smtClean="0"/>
              <a:t>11/09/26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F2A80-8EEB-43B2-B954-2445775909FC}" type="datetime1">
              <a:rPr lang="en-IN" smtClean="0"/>
              <a:t>11/09/26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66693-10B5-4C2E-88F6-1EF5588C2197}" type="datetime1">
              <a:rPr lang="en-IN" smtClean="0"/>
              <a:t>11/09/26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409E-ABE5-44AA-B093-FDB870F5DE32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6C6B4-82D6-4D23-BAFE-D8055255E829}" type="datetime1">
              <a:rPr lang="en-IN" smtClean="0"/>
              <a:t>11/09/26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61C40-9A28-4915-87D9-F21430F4582D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74F61-A72D-47AB-B4C3-4F43AD0A32C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91507-B170-49D3-AC27-6346FE1BA60C}" type="datetime1">
              <a:rPr lang="en-IN" smtClean="0"/>
              <a:t>11/09/26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95" y="1828799"/>
            <a:ext cx="11842810" cy="4625069"/>
          </a:xfrm>
        </p:spPr>
        <p:txBody>
          <a:bodyPr/>
          <a:lstStyle/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dirty="0">
                <a:latin typeface="Comic Sans MS" panose="030F0702030302020204" pitchFamily="66" charset="0"/>
              </a:rPr>
              <a:t>TITLE OF PAPER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Authors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  <a:p>
            <a:r>
              <a:rPr lang="en-IN" sz="1800" dirty="0">
                <a:latin typeface="Comic Sans MS" panose="030F0702030302020204" pitchFamily="66" charset="0"/>
              </a:rPr>
              <a:t>Affiliation of Presenting Author</a:t>
            </a: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5D009-8290-93D6-E528-58660B72D0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57350"/>
            <a:ext cx="11407806" cy="47345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1. INDEX: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196EC8-8018-F568-FF2B-2D8A2FB6DD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52575"/>
            <a:ext cx="11407806" cy="48393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2. ABSTRACT: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D4234-1C4D-AFB2-247C-AE88DC8D4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3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04975"/>
            <a:ext cx="11407806" cy="468694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3. INTRODUCTION: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D13A6-28EC-B25C-2F7F-147DCF66B4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22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28080"/>
            <a:ext cx="11407806" cy="4763842"/>
          </a:xfrm>
        </p:spPr>
        <p:txBody>
          <a:bodyPr/>
          <a:lstStyle/>
          <a:p>
            <a:pPr algn="l"/>
            <a:r>
              <a:rPr lang="en-IN" dirty="0"/>
              <a:t>4. </a:t>
            </a:r>
            <a:r>
              <a:rPr lang="en-IN" dirty="0">
                <a:latin typeface="Comic Sans MS" panose="030F0702030302020204" pitchFamily="66" charset="0"/>
              </a:rPr>
              <a:t>LITERATURE REVIEW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TABULAR FORM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2EAF6-7345-4CB9-DC4A-EB04C0B6D5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6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TRY TO PUT IN A BULLETS FORM</a:t>
            </a:r>
            <a:endParaRPr lang="en-IN" dirty="0"/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4AC32D-D8B7-FCED-4B66-0649B0A722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22577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1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IN THE FORM OF FLOW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D90393-DA81-CB88-AFC0-70C86821E8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6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7. RESULTS &amp; DISCUSSION: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02691-3144-B15F-401A-627AF4550A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6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600200"/>
            <a:ext cx="11407806" cy="479172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ANALYSIS: 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 : TRY TO PUT IN A TABULAR/GRAPHICAL FORM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81585-19CE-CA5D-E1AE-294AEFE9DC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571625"/>
            <a:ext cx="11407806" cy="4820297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9. CONCLUSION &amp; FUTURE WORK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32689-66A4-8987-52B8-7F64D2E1DD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27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1733550"/>
            <a:ext cx="11407806" cy="4658372"/>
          </a:xfrm>
        </p:spPr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43B65-8628-52DC-E1B3-0FEDE2507B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5"/>
          <a:stretch/>
        </p:blipFill>
        <p:spPr>
          <a:xfrm>
            <a:off x="0" y="-1"/>
            <a:ext cx="12192000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9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116</Words>
  <Application>Microsoft Macintosh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Deepak Gupta</cp:lastModifiedBy>
  <cp:revision>23</cp:revision>
  <dcterms:created xsi:type="dcterms:W3CDTF">2021-02-05T14:09:33Z</dcterms:created>
  <dcterms:modified xsi:type="dcterms:W3CDTF">2026-09-11T06:56:39Z</dcterms:modified>
</cp:coreProperties>
</file>