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11/09/26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11/09/26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11/09/26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11/09/26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11/09/26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0095CC-2558-5E00-EA6E-30C091009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1C12F4-1E68-B76C-74FE-CBDFDF6BC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7BE70-A027-6875-B02D-E5160C961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97C329-675F-1756-663F-76131335E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4E6019-4195-49C4-54D2-99B253969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A221EF-63C0-F42C-E8B8-1988A917F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BC1784-416A-DF99-9D18-B0C3E8E3B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EB6CBC-8BB8-52A7-43BE-4AA05A157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C63FA-43BF-F5B4-F88E-AE0CD3F46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C5EFFC-8C81-D2C0-3E68-D43DE89F2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24E50C-5DCD-0D13-AC44-BD8104ECD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20</cp:revision>
  <dcterms:created xsi:type="dcterms:W3CDTF">2021-02-05T14:09:33Z</dcterms:created>
  <dcterms:modified xsi:type="dcterms:W3CDTF">2026-09-11T06:55:12Z</dcterms:modified>
</cp:coreProperties>
</file>